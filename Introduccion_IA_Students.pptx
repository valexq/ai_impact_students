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Estudiantes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Universitarios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5204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académico · Retención de habilidades · Burnout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4160520"/>
            <a:ext cx="265176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1605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5  ·  Ziuvar Ruiz  ·  Introducción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37160"/>
            <a:ext cx="3474720" cy="347472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49440" y="777240"/>
            <a:ext cx="2194560" cy="2194560"/>
          </a:xfrm>
          <a:prstGeom prst="ellipse">
            <a:avLst/>
          </a:prstGeom>
          <a:solidFill>
            <a:srgbClr val="0EA5E9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3716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1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0" dirty="0"/>
          </a:p>
        </p:txBody>
      </p:sp>
      <p:sp>
        <p:nvSpPr>
          <p:cNvPr id="10" name="Text 8"/>
          <p:cNvSpPr/>
          <p:nvPr/>
        </p:nvSpPr>
        <p:spPr>
          <a:xfrm>
            <a:off x="5486400" y="4709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Impact of AI on Students — Kaggle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¿Usar IA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 o daña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aprendizaje real?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731520" y="3611880"/>
            <a:ext cx="23774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67588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1330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resolver tareas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3611880"/>
            <a:ext cx="23774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367588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41330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programar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3611880"/>
            <a:ext cx="23774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67588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6480" y="41330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resumir lecturas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AI on Students  ·  Kaggle  ·  laveshjadon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0574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25880"/>
            <a:ext cx="205740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508760"/>
            <a:ext cx="2057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20040" y="2578608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68880" y="1325880"/>
            <a:ext cx="20574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1325880"/>
            <a:ext cx="2057400" cy="91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508760"/>
            <a:ext cx="2057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468880" y="2578608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académicas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7720" y="1325880"/>
            <a:ext cx="20574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325880"/>
            <a:ext cx="205740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1508760"/>
            <a:ext cx="2057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617720" y="2578608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originales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66560" y="1325880"/>
            <a:ext cx="20574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325880"/>
            <a:ext cx="20574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508760"/>
            <a:ext cx="2057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766560" y="2578608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 completo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8587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58768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587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48840" y="3858768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48840" y="38587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069080" y="3858768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69080" y="38587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97880" y="3858768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EC4899">
              <a:alpha val="1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38587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06640" y="3858768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38587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nos preguntamos?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75488" cy="475488"/>
          </a:xfrm>
          <a:prstGeom prst="ellipse">
            <a:avLst/>
          </a:prstGeom>
          <a:solidFill>
            <a:srgbClr val="0EA5E9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78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097280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¿Más horas de IA implica mejor GPA?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82296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84832"/>
            <a:ext cx="475488" cy="475488"/>
          </a:xfrm>
          <a:prstGeom prst="ellipse">
            <a:avLst/>
          </a:prstGeom>
          <a:solidFill>
            <a:srgbClr val="0EA5E9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103120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dependencia afecta lo que realmente aprendes?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090672"/>
            <a:ext cx="475488" cy="475488"/>
          </a:xfrm>
          <a:prstGeom prst="ellipse">
            <a:avLst/>
          </a:prstGeom>
          <a:solidFill>
            <a:srgbClr val="0EA5E9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90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108960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¿Burnout y uso intensivo de IA van de la mano?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096512"/>
            <a:ext cx="475488" cy="475488"/>
          </a:xfrm>
          <a:prstGeom prst="ellipse">
            <a:avLst/>
          </a:prstGeom>
          <a:solidFill>
            <a:srgbClr val="0EA5E9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96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114800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¿Prohibir la IA en las instituciones realmente funciona?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— Extracción, Transformación y Carga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75488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Sin valores nulos   ·   ✓  Sin duplicados   ·   50,000 registros listos para análisis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56032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916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1762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ai_student_impact.csv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17520" y="2148840"/>
            <a:ext cx="7772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1965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37560" y="1645920"/>
            <a:ext cx="256032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6916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37560" y="21762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students_cleaned.csv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97880" y="2148840"/>
            <a:ext cx="7772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9592" y="1965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0" y="1645920"/>
            <a:ext cx="256032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6916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17920" y="21762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students_model_ready.csv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926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Variables Derivadas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401568"/>
            <a:ext cx="1554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401568"/>
            <a:ext cx="155448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493008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Cambio_GPA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04164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− Pre GPA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94560" y="3401568"/>
            <a:ext cx="1554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194560" y="3401568"/>
            <a:ext cx="155448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2240280" y="3493008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Nivel_Uso_IA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40280" y="404164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/ Medio / Alto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931920" y="3401568"/>
            <a:ext cx="1554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931920" y="3401568"/>
            <a:ext cx="155448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3977640" y="3493008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Dependencia_Alta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77640" y="404164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Dep. percibida ≥ 7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3401568"/>
            <a:ext cx="1554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669280" y="3401568"/>
            <a:ext cx="155448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5715000" y="3493008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Estudio_Total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15000" y="404164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Trad. + IA hrs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06640" y="3401568"/>
            <a:ext cx="1554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06640" y="3401568"/>
            <a:ext cx="155448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7452360" y="3493008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Riesgo_Academico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52360" y="404164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clasificación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Lo que encontramos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92608" y="1005840"/>
            <a:ext cx="20574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92608" y="1005840"/>
            <a:ext cx="2057400" cy="1097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292608" y="1170432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3.3×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384048" y="2423160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horas de 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312724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burnout Alto vs. Bajo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20574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1005840"/>
            <a:ext cx="205740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170432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−12.5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60320" y="2423160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retención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312724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dependencia 1 y 10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5152" y="1005840"/>
            <a:ext cx="20574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45152" y="1005840"/>
            <a:ext cx="205740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645152" y="1170432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736592" y="2423160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IA = mejor GPA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36592" y="312724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5–15h supera al uso Alto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21424" y="1005840"/>
            <a:ext cx="20574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21424" y="1005840"/>
            <a:ext cx="2057400" cy="1097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6821424" y="1170432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912864" y="2423160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→ +0.06 GPA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12864" y="312724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nivel Beginner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uso moderado y reflexivo de IA marca la diferencia — no las horas.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BI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Esquema Estrella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3200400" y="3639312"/>
            <a:ext cx="2743200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363931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Vanessa Alfaro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2026-05-26T19:25:48Z</dcterms:created>
  <dcterms:modified xsi:type="dcterms:W3CDTF">2026-05-26T19:25:48Z</dcterms:modified>
</cp:coreProperties>
</file>