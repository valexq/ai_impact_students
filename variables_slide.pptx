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A1628"/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91440"/>
            <a:ext cx="3200400" cy="347472"/>
          </a:xfrm>
          <a:prstGeom prst="rect">
            <a:avLst>
              <a:gd name="adj" fmla="val 10526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91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originales  +  5 derivadas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21792"/>
            <a:ext cx="5852160" cy="310896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" y="62179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 (16)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969264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96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71216" y="1024128"/>
            <a:ext cx="896112" cy="164592"/>
          </a:xfrm>
          <a:prstGeom prst="rect">
            <a:avLst>
              <a:gd name="adj" fmla="val 16667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2871216" y="1024128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22192" y="99669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estudiante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" y="1298448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325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Major_Category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71216" y="1353312"/>
            <a:ext cx="89611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353312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22192" y="132588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académica (STEM, Business…)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4592" y="1627632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655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Year_of_Study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71216" y="1682496"/>
            <a:ext cx="896112" cy="164592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871216" y="1682496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22192" y="1655064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formación (Freshman→Graduate)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64592" y="1956816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984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Weekly_GenAI_Hours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71216" y="2011680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2871216" y="2011680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22192" y="19842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semana de uso de IA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64592" y="2286000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3134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Primary_Use_Case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71216" y="2340864"/>
            <a:ext cx="896112" cy="164592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871216" y="2340864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22192" y="2313432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principal de la IA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4592" y="2615184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642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Prompt_Engineering_Skill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71216" y="2670048"/>
            <a:ext cx="896112" cy="164592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2871216" y="2670048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22192" y="26426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de prompting (Beg→Adv)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" y="2944368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2971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Tool_Diversity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71216" y="2999232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2871216" y="2999232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22192" y="297180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herramientas utilizadas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64592" y="3273552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300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Paid_Subscription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71216" y="3328416"/>
            <a:ext cx="896112" cy="164592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2871216" y="3328416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2192" y="3300984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paga activa (0/1)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64592" y="3602736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Pre_Semester_GPA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71216" y="3657600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2871216" y="3657600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822192" y="363016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antes del semestre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64592" y="3931920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959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Post_Semester_GPA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871216" y="3986784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871216" y="3986784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822192" y="3959352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después del semestre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64592" y="4261104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4288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Skill_Retention_Score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871216" y="4315968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61" name="Text 59"/>
          <p:cNvSpPr/>
          <p:nvPr/>
        </p:nvSpPr>
        <p:spPr>
          <a:xfrm>
            <a:off x="2871216" y="4315968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822192" y="42885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habilidades (0–100)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4592" y="4590288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4617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Perceived_AI_Dependency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871216" y="4645152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66" name="Text 64"/>
          <p:cNvSpPr/>
          <p:nvPr/>
        </p:nvSpPr>
        <p:spPr>
          <a:xfrm>
            <a:off x="2871216" y="4645152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822192" y="461772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percibida a la IA (1–10)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64592" y="4919472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4946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Traditional_Study_Hours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871216" y="4974336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71" name="Text 69"/>
          <p:cNvSpPr/>
          <p:nvPr/>
        </p:nvSpPr>
        <p:spPr>
          <a:xfrm>
            <a:off x="2871216" y="4974336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822192" y="4946904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estudio tradicional / sem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64592" y="5248656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" y="5276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Burnout_Risk_Level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871216" y="5303520"/>
            <a:ext cx="896112" cy="164592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76" name="Text 74"/>
          <p:cNvSpPr/>
          <p:nvPr/>
        </p:nvSpPr>
        <p:spPr>
          <a:xfrm>
            <a:off x="2871216" y="5303520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822192" y="527608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burnout (Low/Medium/High)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64592" y="5577840"/>
            <a:ext cx="5852160" cy="310896"/>
          </a:xfrm>
          <a:prstGeom prst="rect">
            <a:avLst/>
          </a:prstGeom>
          <a:solidFill>
            <a:srgbClr val="1220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56052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Anxiety_Level_During_Exams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871216" y="5632704"/>
            <a:ext cx="896112" cy="164592"/>
          </a:xfrm>
          <a:prstGeom prst="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81" name="Text 79"/>
          <p:cNvSpPr/>
          <p:nvPr/>
        </p:nvSpPr>
        <p:spPr>
          <a:xfrm>
            <a:off x="2871216" y="5632704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822192" y="5605272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en exámenes (1–10)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64592" y="5907024"/>
            <a:ext cx="5852160" cy="310896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" y="5934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Institutional_Policy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871216" y="5961888"/>
            <a:ext cx="896112" cy="164592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86" name="Text 84"/>
          <p:cNvSpPr/>
          <p:nvPr/>
        </p:nvSpPr>
        <p:spPr>
          <a:xfrm>
            <a:off x="2871216" y="5961888"/>
            <a:ext cx="896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822192" y="593445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institucional (3 tipos)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236208" y="621792"/>
            <a:ext cx="5788152" cy="310896"/>
          </a:xfrm>
          <a:prstGeom prst="rect">
            <a:avLst/>
          </a:prstGeom>
          <a:solidFill>
            <a:srgbClr val="2D1B00"/>
          </a:solidFill>
          <a:ln/>
        </p:spPr>
      </p:sp>
      <p:sp>
        <p:nvSpPr>
          <p:cNvPr id="89" name="Text 87"/>
          <p:cNvSpPr/>
          <p:nvPr/>
        </p:nvSpPr>
        <p:spPr>
          <a:xfrm>
            <a:off x="6236208" y="621792"/>
            <a:ext cx="5788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 (5)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236208" y="969264"/>
            <a:ext cx="5788152" cy="941832"/>
          </a:xfrm>
          <a:prstGeom prst="rect">
            <a:avLst/>
          </a:prstGeom>
          <a:solidFill>
            <a:srgbClr val="122033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36208" y="969264"/>
            <a:ext cx="146304" cy="9418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2" name="Text 90"/>
          <p:cNvSpPr/>
          <p:nvPr/>
        </p:nvSpPr>
        <p:spPr>
          <a:xfrm>
            <a:off x="6455664" y="1033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Cambio_GPA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6455664" y="131673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Post_GPA  −  Pre_GPA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455664" y="15636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académico neto del semestre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236208" y="1975104"/>
            <a:ext cx="5788152" cy="941832"/>
          </a:xfrm>
          <a:prstGeom prst="rect">
            <a:avLst/>
          </a:prstGeom>
          <a:solidFill>
            <a:srgbClr val="122033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36208" y="1975104"/>
            <a:ext cx="146304" cy="9418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6455664" y="2039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Nivel_Uso_IA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6455664" y="23225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&lt;5h = Bajo · 5–15h = Medio · &gt;15h = Alto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455664" y="256946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 uso de IA categorizada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236208" y="2980944"/>
            <a:ext cx="5788152" cy="941832"/>
          </a:xfrm>
          <a:prstGeom prst="rect">
            <a:avLst/>
          </a:prstGeom>
          <a:solidFill>
            <a:srgbClr val="12203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36208" y="2980944"/>
            <a:ext cx="146304" cy="9418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55664" y="3044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Dependencia_Alta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6455664" y="332841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Dep. percibida ≥ 7  →  1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455664" y="357530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 sobredependencia a la IA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236208" y="3986784"/>
            <a:ext cx="5788152" cy="941832"/>
          </a:xfrm>
          <a:prstGeom prst="rect">
            <a:avLst/>
          </a:prstGeom>
          <a:solidFill>
            <a:srgbClr val="122033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36208" y="3986784"/>
            <a:ext cx="146304" cy="9418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7" name="Text 105"/>
          <p:cNvSpPr/>
          <p:nvPr/>
        </p:nvSpPr>
        <p:spPr>
          <a:xfrm>
            <a:off x="6455664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Estudio_Total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6455664" y="43342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Traditional_hrs  +  GenAI_hrs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6455664" y="45811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total semanal de estudio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236208" y="4992624"/>
            <a:ext cx="5788152" cy="941832"/>
          </a:xfrm>
          <a:prstGeom prst="rect">
            <a:avLst/>
          </a:prstGeom>
          <a:solidFill>
            <a:srgbClr val="122033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236208" y="4992624"/>
            <a:ext cx="146304" cy="9418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2" name="Text 110"/>
          <p:cNvSpPr/>
          <p:nvPr/>
        </p:nvSpPr>
        <p:spPr>
          <a:xfrm>
            <a:off x="6455664" y="5056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Riesgo_Academico ★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6455664" y="534009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Post_GPA &lt; 2.5  OR  Cambio_GPA &lt; −0.3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6455664" y="558698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— clasificación binaria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2026-05-26T19:51:59Z</dcterms:created>
  <dcterms:modified xsi:type="dcterms:W3CDTF">2026-05-26T19:51:59Z</dcterms:modified>
</cp:coreProperties>
</file>